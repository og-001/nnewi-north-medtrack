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</a:rPr>
              <a:t>✚  PHC-Track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8803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22C55E"/>
                </a:solidFill>
              </a:rPr>
              <a:t>Nnewi North PHC Digital Health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1188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A digital health record, follow-up and reporting system for every Primary Health Centre in Nnewi North LGA, Anambra State — built to work fully offline.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486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9D9C6"/>
                </a:solidFill>
              </a:rPr>
              <a:t>Stakeholder overview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532D"/>
                </a:solidFill>
              </a:rPr>
              <a:t>The challenge our PHCs face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440680" cy="21031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532D"/>
                </a:solidFill>
              </a:rPr>
              <a:t>Paper registers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</a:rPr>
              <a:t>Patient folders get lost, histories are rewritten from memory, and one patient can have several conflicting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5440680" cy="21031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532D"/>
                </a:solidFill>
              </a:rPr>
              <a:t>Missed follow-ups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</a:rPr>
              <a:t>Antenatal contacts and child immunizations are missed because there is no reliable recall list — defaulters are only noticed when it is too late.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94760"/>
            <a:ext cx="5440680" cy="21031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532D"/>
                </a:solidFill>
              </a:rPr>
              <a:t>Unreliable network &amp; 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</a:rPr>
              <a:t>Most digital tools assume constant internet. In our facilities, connectivity is the exception, not the rule.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94760"/>
            <a:ext cx="5440680" cy="21031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23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532D"/>
                </a:solidFill>
              </a:rPr>
              <a:t>Reporting burden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</a:rPr>
              <a:t>Monthly NHMIS summaries are tallied by hand from registers — slow, error-prone, and hard to verify.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The solution: one offline-first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</a:rPr>
              <a:t>✔  Works fully offline,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73736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Every screen reads and writes a secure store on the device itself. No internet is needed for a single clinic day — sync happens whenever a connection appears.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000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</a:rPr>
              <a:t>✔  One record per patient, for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61488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A unique Medical Record Number, full visit history, allergies and chronic conditions — visible the moment the patient is found.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74136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</a:rPr>
              <a:t>✔  Automatic clinical schedules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85616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Antenatal contact dates (WHO 8-contact) and the full childhood immunization schedule are computed automatically; overdue lists are always one tap away.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98264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</a:rPr>
              <a:t>✔  NHMIS reports without the tally sheets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0974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Monthly figures are computed from the actual records and exported for DHIS2 in one click.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22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</a:rPr>
              <a:t>✔  Data stays in Nigeria, per NDPA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833872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</a:rPr>
              <a:t>Self-hostable in-country; every action is recorded in a tamper-evident audit trail.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</a:rPr>
              <a:t>PHC-Track — Nnewi North PHC Digital Health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It starts at the facility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The first screen lists all 76 health facilities in Nnewi North LGA — alphabetical, searchable, filterable.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46955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facility-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Every facility in the LGA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All 76 facilities from the official registry, each with its national code (04/14/…).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Pick your PHC, see only your PHC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Staff choose their facility before signing in. Each facility's records are isolated from every other facility.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Search &amp; filter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Find a facility by name, code or area; filter by Public/Private and Primary/Secondary.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Facility-scoped sign-in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Accounts belong to one facility. A nurse from another PHC cannot sign in here —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820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Role-based access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Records clerk, nurse/midwife, CHEW, doctor, facility admin, LGA M&amp;E — each sees only what their role permits.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Three layers of isolation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1) sign-in is tied to the selected facility · 2) every read is filtered to that facility · 3) the sync hub will only ever ship a facility its own records.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Offline re-entry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A previously used device can sign in again with no network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A clinic-day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The moment a nurse signs in: today's queue, active pregnancies, and who needs follow-up.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46955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Today at a glance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Patients registered, people waiting now, active pregnancies, and overdue ANC/immunizations.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Follow-up panel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ANC defaulters and overdue immunizations surface automatically — these lists will feed SMS reminders.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Sync status, always visible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Offline / Pending / Synced indicator in the header — staff always know where their data stands.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Patient registration &amp; medical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One lifetime record per patient — searchable by name, phone or MRN in under a second, offline.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820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pati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Offline-safe identity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A unique MRN is generated on the device (e.g. NNW0062-26161-J54Y) — no network needed to register.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Duplicate protection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Matching phone, name and date of birth are flagged at registration: use the existing record or create anyway.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Safety first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Allergies and chronic conditions appear as a red banner before any care decision is made.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Full visit history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Vitals, diagnoses and treatments build a timeline the next caregiver can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Maternal health (ANC)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Register a pregnancy with the LMP date — the platform does the rest.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46955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ma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Automatic schedule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EDD and all WHO 8-contact ANC dates are computed instantly from the LMP.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Risk flagged early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Age, parity, blood pressure, previous CS and danger signs raise a high-risk flag the whole team can see.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Defaulter list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Women overdue for an ANC contact appear at the top — ready for SMS recall and CHEW outreach.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Immunization tracking (EPI)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Every child gets the full national immunization schedule from their date of birth.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820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immun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Per-child vaccine card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BCG to Measles 2 — every dose due, given or overdue, with batch and lot recorded.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Recall list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Overdue doses across the facility in one list — the starting point for outreach days.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Dropout visible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Penta1 → Measles1 dropout is computed continuously, not discovered at year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Queue &amp; patient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From registration to vitals to consultation — orderly, visible, and fair.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46955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Triage-aware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Emergencies and priority cases move to the front automatically.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Station hand-offs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Registration → vitals → consultation → pharmacy, with waiting counts per station.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Attendance for free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Daily attendance figures fall out of the queue — no separate tally.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Reporting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Monthly NHMIS figures computed from the records themselves — auditable down to the source row.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820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NHMIS-aligned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Registrations, OPD, ANC, deliveries, immunization and referrals in the national format.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DHIS2-ready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One click exports CSV or DHIS2-style JSON for the LGA M&amp;E officer.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LGA-wide view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Authority roles see a roll-up across all facilities; clinic roles see their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Administration &amp;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Facilities, staff and schedules are managed in the open — and everything leaves a trace.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46955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Full audit trail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Every create, update, delete and login is recorded with who, when, where and from which device.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Staff lifecycle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Accounts are provisioned per facility and can be disabled instantly.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Configurable, not hard-coded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Immunization and ANC schedules are configuration the LGA can verify and update — not buried in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LGA oversight — every facility, one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The LGA Health HOD sees what all 76 facilities are doing — without a physical visit.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46955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-overs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The whole LGA at a glance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Every facility on one board: today's registrations, visits, ANC, immunizations and queue — most active facilities rise to the top.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Freshness you can trust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A status dot and 'last activity' time per facility — a PHC that hasn't reported in days is visibly different from one active an hour ago.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Today, this week, this month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One toggle switches the whole board between reporting periods.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Restricted by role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Only the LGA Health Authority role sees this page — facility staff never see other facilities'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Select a PHC, see its full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One tap on any facility opens its day: activity, programme snapshot, and who did what.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4820" y="1470660"/>
            <a:ext cx="6979920" cy="451104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-oversight-drill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037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00200"/>
            <a:ext cx="4160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Period activity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What this facility recorded today (or this week/month): registrations, visits, ANC, doses, queue.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Programme snapshot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Total patients, active pregnancies, and overdue ANC/immunizations highlighted in red — the 'needs attention' signal for supervision visits.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Audited activity feed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The latest actions at the facility with who and when — supervision built on evidence, not recollection.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532D"/>
                </a:solidFill>
              </a:rPr>
              <a:t>▪  Live as facilities sync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1E293B"/>
                </a:solidFill>
              </a:rPr>
              <a:t>    Each PHC's updates appear the moment its device syncs to the hub.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4532D"/>
                </a:solidFill>
              </a:rPr>
              <a:t>Built for our reality: offline-first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</a:rPr>
              <a:t>The network is an optimisation, never a requirement.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265176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532D"/>
                </a:solidFill>
              </a:rPr>
              <a:t>1. Clinic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</a:rPr>
              <a:t>Tablet / phone / laptop.
All records stored securely on-device. The full clinic day works with zero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6392" y="29718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532D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1737360"/>
            <a:ext cx="265176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92024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532D"/>
                </a:solidFill>
              </a:rPr>
              <a:t>2. Change journal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6060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</a:rPr>
              <a:t>Every saved record also queues an entry in a local outbox — nothing is ever lost waiting for network.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9718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532D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91656" y="1737360"/>
            <a:ext cx="265176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192024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532D"/>
                </a:solidFill>
              </a:rPr>
              <a:t>3. Sync hub (in Nigeria)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6060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</a:rPr>
              <a:t>When connectivity appears, the outbox drains to a central server hosted in-country. Each facility receives only its own records 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9718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4532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36024" y="1737360"/>
            <a:ext cx="265176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18904" y="192024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532D"/>
                </a:solidFill>
              </a:rPr>
              <a:t>4. LGA view &amp; DHIS2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8904" y="26060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</a:rPr>
              <a:t>Authorities see live, LGA-wide indicators; NHMIS exports flow to DHIS2.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4532D"/>
                </a:solidFill>
              </a:rPr>
              <a:t>Status today:  </a:t>
            </a:r>
            <a:r>
              <a:rPr sz="1400" b="0">
                <a:solidFill>
                  <a:srgbClr val="1E293B"/>
                </a:solidFill>
              </a:rPr>
              <a:t>the clinic application (steps 1–2) is live and demonstrable. The central sync hub (steps 3–4) is the next build phase; the app was designed around it from day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532D"/>
                </a:solidFill>
              </a:rPr>
              <a:t>Data protection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14532D"/>
                </a:solidFill>
              </a:rPr>
              <a:t>▪  NDPA 2023 as the baseline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E293B"/>
                </a:solidFill>
              </a:rPr>
              <a:t>    Patient data remains in Nigeria — the platform is self-hostable on an in-country server or at the LGA.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4532D"/>
                </a:solidFill>
              </a:rPr>
              <a:t>▪  Facility data isolation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E293B"/>
                </a:solidFill>
              </a:rPr>
              <a:t>    A facility's records never appear at another facility. Oversight roles (LGA M&amp;E) are the audited exception.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4532D"/>
                </a:solidFill>
              </a:rPr>
              <a:t>▪  Every action attributable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E293B"/>
                </a:solidFill>
              </a:rPr>
              <a:t>    Tamper-evident audit log: who did what, to which record, when, at which facility, from which device.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4532D"/>
                </a:solidFill>
              </a:rPr>
              <a:t>▪  No NIN required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E293B"/>
                </a:solidFill>
              </a:rPr>
              <a:t>    Patients are identified by a system MRN; the national ID is optional and never a barrier to care.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4532D"/>
                </a:solidFill>
              </a:rPr>
              <a:t>▪  Soft delete only</a:t>
            </a:r>
          </a:p>
          <a:p>
            <a:pPr>
              <a:spcAft>
                <a:spcPts val="1400"/>
              </a:spcAft>
            </a:pPr>
            <a:r>
              <a:rPr sz="1550" b="0">
                <a:solidFill>
                  <a:srgbClr val="1E293B"/>
                </a:solidFill>
              </a:rPr>
              <a:t>    Clinical records are never physically erased — corrections preserve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4532D"/>
                </a:solidFill>
              </a:rPr>
              <a:t>Where we are,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64592" cy="105156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532D"/>
                </a:solidFill>
              </a:rPr>
              <a:t>NOW — working clinic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</a:rPr>
              <a:t>All ten modules usable offline today: registration, EMR, maternal, immunization, queue, reporting, admin, and the LGA oversight board. Demonstrated with two pilot-ready facilities.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78608"/>
            <a:ext cx="164592" cy="105156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532D"/>
                </a:solidFill>
              </a:rPr>
              <a:t>NEXT — central sync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</a:rPr>
              <a:t>In-country server so facilities sync automatically and the oversight board fills with live, LGA-wide activity. Production authentication and device enrolment.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85616"/>
            <a:ext cx="164592" cy="105156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532D"/>
                </a:solidFill>
              </a:rPr>
              <a:t>THEN — SMS reminders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9664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</a:rPr>
              <a:t>Automatic ANC and immunization recall messages to mothers (Igbo/English) via Nigerian SMS providers.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92624"/>
            <a:ext cx="164592" cy="1051560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46904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4532D"/>
                </a:solidFill>
              </a:rPr>
              <a:t>PILOT — selected PHCs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E293B"/>
                </a:solidFill>
              </a:rPr>
              <a:t>Train staff, run paper-parallel for one month, measure: defaulter recovery, reporting time, record completeness.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PHC-Track — Nnewi North PHC Digital Health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</a:rPr>
              <a:t>Better records. Fewer missed children.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22C55E"/>
                </a:solidFill>
              </a:rPr>
              <a:t>Faster, truer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PHC-Track gives every health worker in Nnewi North a tool that works where they work — with or without network — and gives the LGA numbers it can finally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B9D9C6"/>
                </a:solidFill>
              </a:rPr>
              <a:t>Thank you — questions &amp; live demo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